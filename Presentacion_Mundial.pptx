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06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nuestro proyecto: el Mundial de Fútbol en Consola. El tema es arreglos y matrices, y la portada ya lo muestra: una bandera dibujada con una matriz de celdas.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arreglo es una lista: un dato después de otro, y lo buscamos con un índice que empieza en 0. Una matriz es un arreglo de arreglos: una tabla con filas y columnas, y la buscamos con dos índices.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tiene cuatro partes y cada una se apoya en una estructura: las banderas en una matriz de caracteres, la tabla de posiciones en una matriz de enteros, el fixture en una matriz de textos, y la información de países en arreglos.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bandera mide 10 filas por 15 columnas. Cargamos el archivo CSV en una matriz de caracteres y, para dibujar, miramos cada celda: el dígito nos dice qué color de fondo imprimir. Para los tamaños pequeños tomamos la celda del centro de cada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es una matriz de enteros: una fila por equipo y una columna por dato. Un ciclo anidado la recorre: el de afuera pasa por los equipos de la página y el de adentro por las diez columnas. En la captura editamos México a mano como ejemplo.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fixture es una matriz de textos con 72 filas, una por partido, y 8 columnas: número, grupo, fecha, hora, los dos equipos, estadio y ciudad. Para mostrar un grupo recorremos todas las filas y solo imprimimos las que tienen la letra del grupo en la columna 1. La captura es el grupo K, donde juega Colombia.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más importante que aprendimos es pensar los datos como filas y columnas. Lo que nos falta es que la tabla se actualice sola con los resultados, un menú que junte todos los programas y guardar los datos en un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 de Fútbol en Consola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Gonzalez Posada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Zuluaga Jaramillo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Programación - UPB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3248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05856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8464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76288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68896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1504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54112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12344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05856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1527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5856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98464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76288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1504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9328" y="18196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13248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05856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98464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68896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61504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54112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39328" y="21122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D40A"/>
          </a:solidFill>
          <a:ln w="12700">
            <a:solidFill>
              <a:srgbClr val="F2D40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13248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05856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98464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91072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83680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76288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68896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61504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54112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6720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9328" y="24048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13248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05856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98464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91072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83680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6288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68896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1504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54112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46720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9328" y="2697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472C8"/>
          </a:solidFill>
          <a:ln w="12700">
            <a:solidFill>
              <a:srgbClr val="2472C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0640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13248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05856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98464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91072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76288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68896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61504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54112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46720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39328" y="29900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20640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13248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705856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98464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91072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83680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76288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68896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61504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54112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46720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339328" y="3282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D3131"/>
          </a:solidFill>
          <a:ln w="12700">
            <a:solidFill>
              <a:srgbClr val="CD3131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120640" y="361188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matriz[8][12]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son arreglos y matrices?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 (1 dimensión)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783080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783080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83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783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83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1783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1783080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240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de datos del mismo tipo. Se accede con un índice.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paises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"Inglaterra", "España", ...};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paises[1]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España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(2 dimensiones)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9204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1783080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783080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783080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112264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2112264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2112264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112264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112264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441448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2441448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2441448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2441448"/>
            <a:ext cx="420624" cy="292608"/>
          </a:xfrm>
          <a:prstGeom prst="rect">
            <a:avLst/>
          </a:prstGeom>
          <a:solidFill>
            <a:srgbClr val="D6EBDD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2441448"/>
            <a:ext cx="420624" cy="292608"/>
          </a:xfrm>
          <a:prstGeom prst="rect">
            <a:avLst/>
          </a:prstGeom>
          <a:solidFill>
            <a:srgbClr val="B7DCC4"/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filas y columnas. Se accede con dos índices.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34290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tabla = new int[48][10];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tabla[0][9]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fila 0, columna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el proyecto?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el Mundial 2026 en la consola, guardando todo en arreglos y matrices.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933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Banderas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banderas en 4 tamaños, dibujadas con colores.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char[480][15]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828800"/>
            <a:ext cx="640080" cy="64008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posiciones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equipos y 10 columnas, paginada y editable.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int[48][10]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59359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partidos de la fase de grupos con fecha y hora.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String[72][8]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1546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92040" y="3429000"/>
            <a:ext cx="640080" cy="64008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593592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71500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de países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apariciones en mundiales y once titular.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71500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paises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Banderas: matriz de colores</a:t>
            </a:r>
            <a:endParaRPr lang="en-US" sz="3400" dirty="0"/>
          </a:p>
        </p:txBody>
      </p:sp>
      <p:pic>
        <p:nvPicPr>
          <p:cNvPr id="3" name="Image 0" descr="img/band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840480" cy="205286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 de Colombia en tamaño Grande (10 x 15)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Flags.csv guarda las 48 banderas: 480 filas x 15 columnas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dígito del 1 al 9 es un color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tamaños: 10x15, 6x9, 4x6 y 2x3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118872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0" y="1234440"/>
            <a:ext cx="39319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char[][] matriz = new char[480][15];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cargar el CSV en la matriz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matriz[fila][columna]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columnas[columna].charAt(0);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dígito elige el color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 = matriz[filaOrigen][colOrigen];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System.out.print(COLORES[c - '1'] + "   ");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posiciones: 48 x 10</a:t>
            </a:r>
            <a:endParaRPr lang="en-US" sz="3400" dirty="0"/>
          </a:p>
        </p:txBody>
      </p:sp>
      <p:pic>
        <p:nvPicPr>
          <p:cNvPr id="3" name="Image 0" descr="img/tab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486400" cy="1454357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" y="27889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834640"/>
            <a:ext cx="530352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tabla = new int[48][10];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inicio; i &lt; fin;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System.out.printf("%-25s", equipos[i]);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 = 0; j &lt; 10; j++)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System.out.printf("%5d", tabla[i][j]);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544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Filas: los 48 equipos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PJ, PG, PE, PP, GF, GC, DG, TA, TR y 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paginada: 10 equipos por página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editar cualquier valor (en la captura, México)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Fixture: matriz de 72 x 8</a:t>
            </a:r>
            <a:endParaRPr lang="en-US" sz="3400" dirty="0"/>
          </a:p>
        </p:txBody>
      </p:sp>
      <p:pic>
        <p:nvPicPr>
          <p:cNvPr id="3" name="Image 0" descr="img/fi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315200" cy="207926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" y="33375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383280"/>
            <a:ext cx="5029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String[][] partidos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{"24","K","Mié 17 jun","21:00","Uzbekistán",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"Colombia","Estadio Azteca","Ciudad de México"},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</a:t>
            </a: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72 filas x 8 columnas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partidos.length;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(partidos[i][1].equals(grupo))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3383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 partido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1 guarda el grupo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en Colombia (UTC-5)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permite ver un grupo o un partido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731818" y="118872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34D3B"/>
          </a:solidFill>
          <a:ln w="12700">
            <a:solidFill>
              <a:srgbClr val="2A6B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42655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842655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guarda una lista y una matriz guarda una tabla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ciclos anidados recorren filas y columnas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mismo índice relacionamos varios arreglos, como país y bandera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entrada evita que el programa se caiga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Office PowerPoint</Application>
  <PresentationFormat>Presentación en pantalla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Arreglos y matrices - Mundial de Fútbol en Consola</dc:title>
  <dc:subject>PptxGenJS Presentation</dc:subject>
  <dc:creator>Esteban Gonzalez Posada y Emanuel Zuluaga Jaramillo</dc:creator>
  <cp:lastModifiedBy>Esteban Gonzalez Posada</cp:lastModifiedBy>
  <cp:revision>2</cp:revision>
  <dcterms:created xsi:type="dcterms:W3CDTF">2026-10-05T00:11:08Z</dcterms:created>
  <dcterms:modified xsi:type="dcterms:W3CDTF">2026-10-05T01:17:23Z</dcterms:modified>
</cp:coreProperties>
</file>