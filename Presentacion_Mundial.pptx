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nuestro proyecto: el Mundial de Fútbol en Consola. El tema es arreglos y matrices, y la portada ya lo muestra: una bandera dibujada con una matriz de celdas.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arreglo es una lista: un dato después de otro, y lo buscamos con un índice que empieza en 0. Una matriz es un arreglo de arreglos: una tabla con filas y columnas, y la buscamos con dos índices.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proyecto tiene cuatro partes y cada una se apoya en una estructura: las banderas en una matriz de caracteres, la tabla de posiciones en una matriz de enteros, el fixture en una matriz de textos, y la información de países en arreglos.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bandera mide 10 filas por 15 columnas. Cargamos el archivo CSV en una matriz de caracteres y, para dibujar, miramos cada celda: el dígito nos dice qué color de fondo imprimir. Para los tamaños pequeños tomamos la celda del centro de cada bloque.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tabla es una matriz de enteros: una fila por equipo y una columna por dato. Un ciclo anidado la recorre: el de afuera pasa por los equipos de la página y el de adentro por las diez columnas. En la captura editamos México a mano como ejemplo.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fixture es una matriz de textos con 72 filas, una por partido, y 8 columnas: número, grupo, fecha, hora, los dos equipos, estadio y ciudad. Para mostrar un grupo recorremos todas las filas y solo imprimimos las que tienen la letra del grupo en la columna 1. La captura es el grupo K, donde juega Colombia.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más importante que aprendimos es pensar los datos como filas y columnas. Lo que nos falta es que la tabla se actualice sola con los resultados, un menú que junte todos los programas y guardar los datos en un archivo.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Arreglos y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matrices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Mundial de Fútbol en Consola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Esteban Gonzalez Posada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Emanuel Zuluaga Jaramillo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de Programación - UPB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120640" y="1234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13248" y="1234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05856" y="1234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98464" y="1234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91072" y="1234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234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76288" y="1234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68896" y="1234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61504" y="1234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54112" y="1234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234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9328" y="1234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20640" y="152704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13248" y="152704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05856" y="152704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98464" y="152704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91072" y="152704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152704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76288" y="152704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68896" y="152704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61504" y="152704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54112" y="152704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152704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39328" y="152704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20640" y="18196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18196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05856" y="18196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98464" y="18196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91072" y="18196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0" y="18196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76288" y="18196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68896" y="18196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61504" y="18196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54112" y="18196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46720" y="18196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39328" y="18196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120640" y="21122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13248" y="21122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705856" y="21122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98464" y="21122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91072" y="21122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83680" y="21122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876288" y="21122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68896" y="21122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61504" y="21122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754112" y="21122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046720" y="21122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39328" y="21122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2D40A"/>
          </a:solidFill>
          <a:ln w="12700">
            <a:solidFill>
              <a:srgbClr val="F2D40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20640" y="24048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13248" y="24048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705856" y="24048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998464" y="24048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91072" y="24048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583680" y="24048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76288" y="24048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68896" y="24048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461504" y="24048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754112" y="24048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46720" y="24048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339328" y="24048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120640" y="26974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13248" y="26974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705856" y="26974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998464" y="26974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91072" y="26974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583680" y="26974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876288" y="26974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168896" y="26974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461504" y="26974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754112" y="26974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046720" y="26974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339328" y="26974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472C8"/>
          </a:solidFill>
          <a:ln w="12700">
            <a:solidFill>
              <a:srgbClr val="2472C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120640" y="29900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413248" y="29900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705856" y="29900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998464" y="29900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291072" y="29900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583680" y="29900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876288" y="29900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168896" y="29900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461504" y="29900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754112" y="29900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6720" y="29900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339328" y="29900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120640" y="32826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413248" y="32826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705856" y="32826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98464" y="32826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291072" y="32826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83680" y="32826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876288" y="32826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168896" y="32826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461504" y="32826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754112" y="32826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46720" y="32826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339328" y="32826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D3131"/>
          </a:solidFill>
          <a:ln w="12700">
            <a:solidFill>
              <a:srgbClr val="CD3131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5120640" y="3611880"/>
            <a:ext cx="351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F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matriz[8][12]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son arreglos y matrices?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02336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5DE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Arreglo (1 dimensión)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420624" cy="292608"/>
          </a:xfrm>
          <a:prstGeom prst="rect">
            <a:avLst/>
          </a:prstGeom>
          <a:solidFill>
            <a:srgbClr val="B7DCC4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1783080"/>
            <a:ext cx="420624" cy="292608"/>
          </a:xfrm>
          <a:prstGeom prst="rect">
            <a:avLst/>
          </a:prstGeom>
          <a:solidFill>
            <a:srgbClr val="D6EBDD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00200" y="1783080"/>
            <a:ext cx="420624" cy="292608"/>
          </a:xfrm>
          <a:prstGeom prst="rect">
            <a:avLst/>
          </a:prstGeom>
          <a:solidFill>
            <a:srgbClr val="B7DCC4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57400" y="1783080"/>
            <a:ext cx="420624" cy="292608"/>
          </a:xfrm>
          <a:prstGeom prst="rect">
            <a:avLst/>
          </a:prstGeom>
          <a:solidFill>
            <a:srgbClr val="D6EBDD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0" y="1783080"/>
            <a:ext cx="420624" cy="292608"/>
          </a:xfrm>
          <a:prstGeom prst="rect">
            <a:avLst/>
          </a:prstGeom>
          <a:solidFill>
            <a:srgbClr val="B7DCC4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783080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3D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[0]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783080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3D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[1]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1783080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3D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[2]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1783080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3D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[3]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1783080"/>
            <a:ext cx="420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3D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[4]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22402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de datos del mismo tipo. Se accede con un índice.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474720"/>
            <a:ext cx="347472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String[] paises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"Inglaterra", "España", ...};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paises[1]  </a:t>
            </a:r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España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234440"/>
            <a:ext cx="402336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5DE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(2 dimensiones)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892040" y="1783080"/>
            <a:ext cx="420624" cy="292608"/>
          </a:xfrm>
          <a:prstGeom prst="rect">
            <a:avLst/>
          </a:prstGeom>
          <a:solidFill>
            <a:srgbClr val="B7DCC4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49240" y="1783080"/>
            <a:ext cx="420624" cy="292608"/>
          </a:xfrm>
          <a:prstGeom prst="rect">
            <a:avLst/>
          </a:prstGeom>
          <a:solidFill>
            <a:srgbClr val="D6EBDD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06440" y="1783080"/>
            <a:ext cx="420624" cy="292608"/>
          </a:xfrm>
          <a:prstGeom prst="rect">
            <a:avLst/>
          </a:prstGeom>
          <a:solidFill>
            <a:srgbClr val="B7DCC4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63640" y="1783080"/>
            <a:ext cx="420624" cy="292608"/>
          </a:xfrm>
          <a:prstGeom prst="rect">
            <a:avLst/>
          </a:prstGeom>
          <a:solidFill>
            <a:srgbClr val="D6EBDD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20840" y="1783080"/>
            <a:ext cx="420624" cy="292608"/>
          </a:xfrm>
          <a:prstGeom prst="rect">
            <a:avLst/>
          </a:prstGeom>
          <a:solidFill>
            <a:srgbClr val="B7DCC4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92040" y="2112264"/>
            <a:ext cx="420624" cy="292608"/>
          </a:xfrm>
          <a:prstGeom prst="rect">
            <a:avLst/>
          </a:prstGeom>
          <a:solidFill>
            <a:srgbClr val="D6EBDD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49240" y="2112264"/>
            <a:ext cx="420624" cy="292608"/>
          </a:xfrm>
          <a:prstGeom prst="rect">
            <a:avLst/>
          </a:prstGeom>
          <a:solidFill>
            <a:srgbClr val="B7DCC4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806440" y="2112264"/>
            <a:ext cx="420624" cy="292608"/>
          </a:xfrm>
          <a:prstGeom prst="rect">
            <a:avLst/>
          </a:prstGeom>
          <a:solidFill>
            <a:srgbClr val="D6EBDD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63640" y="2112264"/>
            <a:ext cx="420624" cy="292608"/>
          </a:xfrm>
          <a:prstGeom prst="rect">
            <a:avLst/>
          </a:prstGeom>
          <a:solidFill>
            <a:srgbClr val="B7DCC4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20840" y="2112264"/>
            <a:ext cx="420624" cy="292608"/>
          </a:xfrm>
          <a:prstGeom prst="rect">
            <a:avLst/>
          </a:prstGeom>
          <a:solidFill>
            <a:srgbClr val="D6EBDD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92040" y="2441448"/>
            <a:ext cx="420624" cy="292608"/>
          </a:xfrm>
          <a:prstGeom prst="rect">
            <a:avLst/>
          </a:prstGeom>
          <a:solidFill>
            <a:srgbClr val="B7DCC4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49240" y="2441448"/>
            <a:ext cx="420624" cy="292608"/>
          </a:xfrm>
          <a:prstGeom prst="rect">
            <a:avLst/>
          </a:prstGeom>
          <a:solidFill>
            <a:srgbClr val="D6EBDD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06440" y="2441448"/>
            <a:ext cx="420624" cy="292608"/>
          </a:xfrm>
          <a:prstGeom prst="rect">
            <a:avLst/>
          </a:prstGeom>
          <a:solidFill>
            <a:srgbClr val="B7DCC4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63640" y="2441448"/>
            <a:ext cx="420624" cy="292608"/>
          </a:xfrm>
          <a:prstGeom prst="rect">
            <a:avLst/>
          </a:prstGeom>
          <a:solidFill>
            <a:srgbClr val="D6EBDD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20840" y="2441448"/>
            <a:ext cx="420624" cy="292608"/>
          </a:xfrm>
          <a:prstGeom prst="rect">
            <a:avLst/>
          </a:prstGeom>
          <a:solidFill>
            <a:srgbClr val="B7DCC4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92040" y="28346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tabla de filas y columnas. Se accede con dos índices.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846320" y="342900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937760" y="3474720"/>
            <a:ext cx="347472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int[][] tabla = new int[48][10];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tabla[0][9]  </a:t>
            </a:r>
            <a:pPr indent="0" marL="0"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fila 0, columna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 qué trata el proyecto?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Simulamos el Mundial 2026 en la consola, guardando todo en arreglos y matrices.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5DE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828800"/>
            <a:ext cx="640080" cy="640080"/>
          </a:xfrm>
          <a:prstGeom prst="ellipse">
            <a:avLst/>
          </a:prstGeom>
          <a:solidFill>
            <a:srgbClr val="0B3D2E"/>
          </a:solidFill>
          <a:ln w="12700">
            <a:solidFill>
              <a:srgbClr val="0B3D2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993392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91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Banderas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057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banderas en 4 tamaños, dibujadas con colores.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508760" y="25786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char[480][15]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63440" y="155448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5DED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828800"/>
            <a:ext cx="640080" cy="640080"/>
          </a:xfrm>
          <a:prstGeom prst="ellipse">
            <a:avLst/>
          </a:prstGeom>
          <a:solidFill>
            <a:srgbClr val="0B3D2E"/>
          </a:solidFill>
          <a:ln w="12700">
            <a:solidFill>
              <a:srgbClr val="0B3D2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993392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715000" y="1691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 de posiciones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5715000" y="2057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equipos y 10 columnas, paginada y editable.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715000" y="25786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int[48][10]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315468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5DED9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85800" y="3429000"/>
            <a:ext cx="640080" cy="640080"/>
          </a:xfrm>
          <a:prstGeom prst="ellipse">
            <a:avLst/>
          </a:prstGeom>
          <a:solidFill>
            <a:srgbClr val="0B3D2E"/>
          </a:solidFill>
          <a:ln w="12700">
            <a:solidFill>
              <a:srgbClr val="0B3D2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593592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0876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Fixture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1508760" y="36576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partidos de la fase de grupos con fecha y hora.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1508760" y="41788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String[72][8]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663440" y="315468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5DED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892040" y="3429000"/>
            <a:ext cx="640080" cy="640080"/>
          </a:xfrm>
          <a:prstGeom prst="ellipse">
            <a:avLst/>
          </a:prstGeom>
          <a:solidFill>
            <a:srgbClr val="0B3D2E"/>
          </a:solidFill>
          <a:ln w="12700">
            <a:solidFill>
              <a:srgbClr val="0B3D2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3593592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71500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de países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5715000" y="36576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Capital, apariciones en mundiales y once titular.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715000" y="41788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String[] paises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Banderas: matriz de colores</a:t>
            </a:r>
            <a:endParaRPr lang="en-US" sz="3400" dirty="0"/>
          </a:p>
        </p:txBody>
      </p:sp>
      <p:pic>
        <p:nvPicPr>
          <p:cNvPr id="3" name="Image 0" descr="img/band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840480" cy="205286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3337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Bandera de Colombia en tamaño Grande (10 x 15)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7033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Flags.csv guarda las 48 banderas: 480 filas x 15 columnas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dígito del 1 al 9 es un color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tamaños: 10x15, 6x9, 4x6 y 2x3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0" y="1188720"/>
            <a:ext cx="4114800" cy="2743200"/>
          </a:xfrm>
          <a:prstGeom prst="roundRect">
            <a:avLst>
              <a:gd name="adj" fmla="val 266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0" y="1234440"/>
            <a:ext cx="3931920" cy="2651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char[][] matriz = new char[480][15];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cargar el CSV en la matriz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matriz[fila][columna] =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columnas[columna].charAt(0);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el dígito elige el color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c = matriz[filaOrigen][colOrigen];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System.out.print(COLORES[c - '1'] + "   ");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 de posiciones: 48 x 10</a:t>
            </a:r>
            <a:endParaRPr lang="en-US" sz="3400" dirty="0"/>
          </a:p>
        </p:txBody>
      </p:sp>
      <p:pic>
        <p:nvPicPr>
          <p:cNvPr id="3" name="Image 0" descr="img/tab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486400" cy="145435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457200" y="278892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834640"/>
            <a:ext cx="5303520" cy="1783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int[][] tabla = new int[48][10];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inicio; i &lt; fin; i++)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System.out.printf("%-25s", equipos[i]);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j = 0; j &lt; 10; j++)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System.out.printf("%5d", tabla[i][j]);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System.out.println();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hace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1554480"/>
            <a:ext cx="2377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Filas: los 48 equipos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Columnas: PJ, PG, PE, PP, GF, GC, DG, TA, TR y 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muestra paginada: 10 equipos por página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editar cualquier valor (en la captura, México)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Fixture: matriz de 72 x 8</a:t>
            </a:r>
            <a:endParaRPr lang="en-US" sz="3400" dirty="0"/>
          </a:p>
        </p:txBody>
      </p:sp>
      <p:pic>
        <p:nvPicPr>
          <p:cNvPr id="3" name="Image 0" descr="img/fi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315200" cy="207926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457200" y="333756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3383280"/>
            <a:ext cx="5029200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String[][] partidos =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{"24","K","Mié 17 jun","21:00","Uzbekistán",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"Colombia","Estadio Azteca","Ciudad de México"},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   </a:t>
            </a:r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72 filas x 8 columnas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partidos.length; i++)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(partidos[i][1].equals(grupo)) { ...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33832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fila es un partido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columna 1 guarda el grupo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en Colombia (UTC-5)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2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menú permite ver un grupo o un partido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134D3B"/>
          </a:solidFill>
          <a:ln w="12700">
            <a:solidFill>
              <a:srgbClr val="2A6B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Aprendizajes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arreglo guarda una lista y una matriz guarda una tabla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ciclos anidados recorren filas y columnas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mismo índice relacionamos varios arreglos, como país y bandera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la entrada evita que el programa se caiga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134D3B"/>
          </a:solidFill>
          <a:ln w="12700">
            <a:solidFill>
              <a:srgbClr val="2A6B5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sigue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78308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la tabla con los resultados de los partidos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menú principal que junte todo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y compartir los datos en un archivo TXT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F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¿Preguntas?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Arreglos y matrices - Mundial de Fútbol en Consola</dc:title>
  <dc:subject>PptxGenJS Presentation</dc:subject>
  <dc:creator>Esteban Gonzalez Posada y Emanuel Zuluaga Jaramillo</dc:creator>
  <cp:lastModifiedBy>Esteban Gonzalez Posada y Emanuel Zuluaga Jaramillo</cp:lastModifiedBy>
  <cp:revision>1</cp:revision>
  <dcterms:created xsi:type="dcterms:W3CDTF">2026-10-05T00:11:08Z</dcterms:created>
  <dcterms:modified xsi:type="dcterms:W3CDTF">2026-10-05T00:11:08Z</dcterms:modified>
</cp:coreProperties>
</file>